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AE7F824-EE9C-4A21-8023-80CAD53AB16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188E70E-E97D-4609-AE1E-44407505429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4/5/2026 3:14:55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irbnb-price-optimization" id="2" name="slide2">
            <a:extLst>
              <a:ext uri="{FF2B5EF4-FFF2-40B4-BE49-F238E27FC236}">
                <a16:creationId xmlns:a16="http://schemas.microsoft.com/office/drawing/2014/main" id="{ABEF6B47-A27A-4C83-B0AE-493F5CFB8D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2026-04-05T00:14:56Z</dcterms:created>
  <dcterms:modified xsi:type="dcterms:W3CDTF">2026-04-05T00:14:56Z</dcterms:modified>
</cp:coreProperties>
</file>